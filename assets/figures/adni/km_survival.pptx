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03EB-4C92-2193-A430-CE73B314B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B82B7-3F87-0912-ADD9-DD07B04EA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8246E-2919-64A3-D882-A1E2CE79F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E0BD8-9264-4E35-F0B2-9267239F4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3AB9-C216-810F-14DE-A639A031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967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9A7A-9D11-2B46-6442-DB39BF937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AA6B0-9520-A228-7F2B-2C5B5D86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44B64-6409-E125-698D-31C6B0B2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CC59-2E96-E509-74D2-752B5C5D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6781-11E0-F887-0711-654A57D6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2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27A4-8226-4015-5FA1-A850C244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C3228-6DFF-6911-AF5C-D86E50524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6DCAA-B5F8-5FA8-3E4E-D5B9A72AE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CA828-3EC2-066C-91CF-9A84AEB0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8CF3-A51D-1A8A-D9AE-C3B6E50C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62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7192-5342-3AA1-079B-4A04F697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34EB4-1F1C-1FC4-8B6A-8E8118287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C8D70-3319-99D6-3482-EF4CE09E8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30697-D763-5657-DC8E-12AA5A59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87F3D-06B6-A52E-F882-61AB3AA3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B0E04-146A-D436-83A6-D0675C39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9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EEBED-C006-8FCD-4C80-FFCD9565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60AA0-4CD6-61C0-511A-7DC787D1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CF296-D7EC-8803-5EBD-C2B26D246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98EACD-E7B9-5205-DEBA-60F5D191C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E9621-034E-EC60-1C79-0801F4A31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9614B-DB13-F9E6-6BF6-1C4B145B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C927-C47F-B09B-F23D-D053EA09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CDFA6-CC66-B5DF-FDFD-BA033128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83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49EE8-0C3E-D70E-7C4A-526BC53DB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0206A-3CF4-8041-10A3-2CDCEA46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084C1-22A7-0AAA-87AE-F8C9137C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D0261-9D80-2347-00F2-39FA7013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C405F-416D-19BE-CC86-75A5577B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E969E-887C-358D-DCE6-F7CD0F45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E9503-D5A0-6E55-67AE-1CAEB018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58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4336-B580-715B-E1E8-6791F623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83853-7B74-6A21-6DA2-80247665E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48437-CA21-DC47-D000-62D78EA2F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83038-4BA8-B580-8234-AC209C151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7093E-B0CE-7B22-2F6C-D1C872568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9D67B-8456-41A0-C481-5A9EB592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5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1C4A-B6DE-4B9B-FC84-D58EF4A8E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518B3-936B-B24E-7415-FF08A539A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669E2-8F28-B5D3-D558-D12114B12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99827-8B29-4B06-C8EF-7FE1E079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1629E-1908-04E8-A880-FE5E5037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40098-B013-832D-4979-8D309897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21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79A2-BBA2-AEA3-8702-67BF6E18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CE7EC-16C6-D833-CDD1-8FC71D469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50337-DC51-8ACF-F643-88B895E1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107A3-D596-629D-1C78-C87D69765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5F549-5A44-159E-00F0-89FDFF40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3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531ADC-C5C2-BFA2-86A4-B6E411A57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9BBB1-62BC-2915-C176-E1C19C5E3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8E6E1-4CA8-6106-1EF6-9629C312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401E-8FD6-92C7-0EA5-50E2DC72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3E956-D91E-B2E1-C059-E2F79CB7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7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18CA8-6CFC-9351-C2BE-9DDCB43A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588B1-B8C7-A7BC-94C5-DD2A6C52D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330B-81C3-3A2D-4947-A76C12FF0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D2BD2-FC1F-424F-BB20-35DFCBFBCC93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1355B-BD78-F27F-925F-E310FBAC4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06A3-AAD0-931D-A3FD-165790266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0045D-6067-45BE-AD7F-EC600C0B38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6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E2114C-8DC1-13B6-43B1-BFE6A0063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136597"/>
              </p:ext>
            </p:extLst>
          </p:nvPr>
        </p:nvGraphicFramePr>
        <p:xfrm>
          <a:off x="4935794" y="4986640"/>
          <a:ext cx="7256210" cy="1238424"/>
        </p:xfrm>
        <a:graphic>
          <a:graphicData uri="http://schemas.openxmlformats.org/drawingml/2006/table">
            <a:tbl>
              <a:tblPr/>
              <a:tblGrid>
                <a:gridCol w="558170">
                  <a:extLst>
                    <a:ext uri="{9D8B030D-6E8A-4147-A177-3AD203B41FA5}">
                      <a16:colId xmlns:a16="http://schemas.microsoft.com/office/drawing/2014/main" val="2806233442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3475035670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1060500330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3772093955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2072065630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520274176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615657843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2683821339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2312334841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4152571206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1276554417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1245166570"/>
                    </a:ext>
                  </a:extLst>
                </a:gridCol>
                <a:gridCol w="558170">
                  <a:extLst>
                    <a:ext uri="{9D8B030D-6E8A-4147-A177-3AD203B41FA5}">
                      <a16:colId xmlns:a16="http://schemas.microsoft.com/office/drawing/2014/main" val="4073486813"/>
                    </a:ext>
                  </a:extLst>
                </a:gridCol>
              </a:tblGrid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509808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8547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948188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72530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309D65A-B1F2-890E-2B3F-340E54EC3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32" y="4957145"/>
            <a:ext cx="1676634" cy="1238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E75252-3A38-FD78-4AB8-C14D50BB5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255" y="287792"/>
            <a:ext cx="7860688" cy="469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9C9AA-8719-0278-76B0-6CC2B9FCC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381" y="223258"/>
            <a:ext cx="7787148" cy="46490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E4E23A-EB54-1B67-8774-3965D71BE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682" y="4872301"/>
            <a:ext cx="1676634" cy="123842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38D249-3912-4E10-4E19-F2B961CE8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97091"/>
              </p:ext>
            </p:extLst>
          </p:nvPr>
        </p:nvGraphicFramePr>
        <p:xfrm>
          <a:off x="4896463" y="4872301"/>
          <a:ext cx="6941571" cy="1238424"/>
        </p:xfrm>
        <a:graphic>
          <a:graphicData uri="http://schemas.openxmlformats.org/drawingml/2006/table">
            <a:tbl>
              <a:tblPr/>
              <a:tblGrid>
                <a:gridCol w="533967">
                  <a:extLst>
                    <a:ext uri="{9D8B030D-6E8A-4147-A177-3AD203B41FA5}">
                      <a16:colId xmlns:a16="http://schemas.microsoft.com/office/drawing/2014/main" val="1591388127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304963660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1541832432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1594267377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3863960797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1453575748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2862820034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907460073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2418656432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397103030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587148529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884925137"/>
                    </a:ext>
                  </a:extLst>
                </a:gridCol>
                <a:gridCol w="533967">
                  <a:extLst>
                    <a:ext uri="{9D8B030D-6E8A-4147-A177-3AD203B41FA5}">
                      <a16:colId xmlns:a16="http://schemas.microsoft.com/office/drawing/2014/main" val="2158502524"/>
                    </a:ext>
                  </a:extLst>
                </a:gridCol>
              </a:tblGrid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822276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79544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531466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273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1203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2080C9-993E-C5B8-30E5-615557C0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32" y="4957145"/>
            <a:ext cx="1676634" cy="1238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05E09-FB41-93E9-0BAA-81745CB96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207" y="210786"/>
            <a:ext cx="7796980" cy="470444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608F8D-8389-C52D-F3A5-70654BD75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51263"/>
              </p:ext>
            </p:extLst>
          </p:nvPr>
        </p:nvGraphicFramePr>
        <p:xfrm>
          <a:off x="4896466" y="4957145"/>
          <a:ext cx="7295535" cy="1238424"/>
        </p:xfrm>
        <a:graphic>
          <a:graphicData uri="http://schemas.openxmlformats.org/drawingml/2006/table">
            <a:tbl>
              <a:tblPr/>
              <a:tblGrid>
                <a:gridCol w="561195">
                  <a:extLst>
                    <a:ext uri="{9D8B030D-6E8A-4147-A177-3AD203B41FA5}">
                      <a16:colId xmlns:a16="http://schemas.microsoft.com/office/drawing/2014/main" val="2090160554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1318970689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3822166455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52818497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4043546071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4258396349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125770715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1016584625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3900958816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3561046850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2170387175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2966299781"/>
                    </a:ext>
                  </a:extLst>
                </a:gridCol>
                <a:gridCol w="561195">
                  <a:extLst>
                    <a:ext uri="{9D8B030D-6E8A-4147-A177-3AD203B41FA5}">
                      <a16:colId xmlns:a16="http://schemas.microsoft.com/office/drawing/2014/main" val="4059831384"/>
                    </a:ext>
                  </a:extLst>
                </a:gridCol>
              </a:tblGrid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505325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405487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680695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782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34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0566FE-1CED-AC78-B420-E2005CF7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32" y="4957145"/>
            <a:ext cx="1676634" cy="1238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9FFA43-54BA-DD23-9461-4E5B3B3D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206" y="177704"/>
            <a:ext cx="7895304" cy="476236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F5126C-0D66-82AA-9807-B042C4A0D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78409"/>
              </p:ext>
            </p:extLst>
          </p:nvPr>
        </p:nvGraphicFramePr>
        <p:xfrm>
          <a:off x="4896466" y="4957145"/>
          <a:ext cx="7128381" cy="1238424"/>
        </p:xfrm>
        <a:graphic>
          <a:graphicData uri="http://schemas.openxmlformats.org/drawingml/2006/table">
            <a:tbl>
              <a:tblPr/>
              <a:tblGrid>
                <a:gridCol w="548337">
                  <a:extLst>
                    <a:ext uri="{9D8B030D-6E8A-4147-A177-3AD203B41FA5}">
                      <a16:colId xmlns:a16="http://schemas.microsoft.com/office/drawing/2014/main" val="3588199909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1230823316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1055940809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1799720387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3781222010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2826277421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2105696646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922217596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3751808570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4148371583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633071389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2372296310"/>
                    </a:ext>
                  </a:extLst>
                </a:gridCol>
                <a:gridCol w="548337">
                  <a:extLst>
                    <a:ext uri="{9D8B030D-6E8A-4147-A177-3AD203B41FA5}">
                      <a16:colId xmlns:a16="http://schemas.microsoft.com/office/drawing/2014/main" val="2316309699"/>
                    </a:ext>
                  </a:extLst>
                </a:gridCol>
              </a:tblGrid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798764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736741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5535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28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643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C051AC-6EC6-6D6E-F8A2-7903D892F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32" y="4957145"/>
            <a:ext cx="1676634" cy="1238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98A90D-2EE0-20E2-F7E6-341D581BF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87" y="173301"/>
            <a:ext cx="7906529" cy="476305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F714B5-A697-46D7-C0F5-868B6D7F9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763104"/>
              </p:ext>
            </p:extLst>
          </p:nvPr>
        </p:nvGraphicFramePr>
        <p:xfrm>
          <a:off x="4817807" y="4957145"/>
          <a:ext cx="7374198" cy="1238424"/>
        </p:xfrm>
        <a:graphic>
          <a:graphicData uri="http://schemas.openxmlformats.org/drawingml/2006/table">
            <a:tbl>
              <a:tblPr/>
              <a:tblGrid>
                <a:gridCol w="567246">
                  <a:extLst>
                    <a:ext uri="{9D8B030D-6E8A-4147-A177-3AD203B41FA5}">
                      <a16:colId xmlns:a16="http://schemas.microsoft.com/office/drawing/2014/main" val="2393500938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1962423236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3364951663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2907266190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3395481573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1213102380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3309802655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1900105640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1647498203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3345051764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220783716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2591531627"/>
                    </a:ext>
                  </a:extLst>
                </a:gridCol>
                <a:gridCol w="567246">
                  <a:extLst>
                    <a:ext uri="{9D8B030D-6E8A-4147-A177-3AD203B41FA5}">
                      <a16:colId xmlns:a16="http://schemas.microsoft.com/office/drawing/2014/main" val="452474221"/>
                    </a:ext>
                  </a:extLst>
                </a:gridCol>
              </a:tblGrid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9690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762402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037578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98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18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C9C4A0-7E9A-0421-92FC-D4AD6586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32" y="4957145"/>
            <a:ext cx="1676634" cy="1238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A84FA0-8EE3-AB0D-413F-188DE7728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716" y="208002"/>
            <a:ext cx="7962231" cy="474914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476F8A-4313-6900-B26A-99C4BF591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5220"/>
              </p:ext>
            </p:extLst>
          </p:nvPr>
        </p:nvGraphicFramePr>
        <p:xfrm>
          <a:off x="4896466" y="4957145"/>
          <a:ext cx="7057661" cy="1238424"/>
        </p:xfrm>
        <a:graphic>
          <a:graphicData uri="http://schemas.openxmlformats.org/drawingml/2006/table">
            <a:tbl>
              <a:tblPr/>
              <a:tblGrid>
                <a:gridCol w="542897">
                  <a:extLst>
                    <a:ext uri="{9D8B030D-6E8A-4147-A177-3AD203B41FA5}">
                      <a16:colId xmlns:a16="http://schemas.microsoft.com/office/drawing/2014/main" val="1855124630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790326335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1095296476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3195713948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376029359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1273898824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2502720590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1552049531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1580701255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1086875492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1537691040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4143618641"/>
                    </a:ext>
                  </a:extLst>
                </a:gridCol>
                <a:gridCol w="542897">
                  <a:extLst>
                    <a:ext uri="{9D8B030D-6E8A-4147-A177-3AD203B41FA5}">
                      <a16:colId xmlns:a16="http://schemas.microsoft.com/office/drawing/2014/main" val="2083462802"/>
                    </a:ext>
                  </a:extLst>
                </a:gridCol>
              </a:tblGrid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869686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85741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723059"/>
                  </a:ext>
                </a:extLst>
              </a:tr>
              <a:tr h="3096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521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40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66B505-D539-481D-F93B-1423A682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007" y="345733"/>
            <a:ext cx="7880101" cy="471521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43A51F-F57A-B589-35AB-FD8F5327F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703122"/>
              </p:ext>
            </p:extLst>
          </p:nvPr>
        </p:nvGraphicFramePr>
        <p:xfrm>
          <a:off x="4533900" y="5087031"/>
          <a:ext cx="7353294" cy="1120556"/>
        </p:xfrm>
        <a:graphic>
          <a:graphicData uri="http://schemas.openxmlformats.org/drawingml/2006/table">
            <a:tbl>
              <a:tblPr/>
              <a:tblGrid>
                <a:gridCol w="565638">
                  <a:extLst>
                    <a:ext uri="{9D8B030D-6E8A-4147-A177-3AD203B41FA5}">
                      <a16:colId xmlns:a16="http://schemas.microsoft.com/office/drawing/2014/main" val="4051775499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4225783485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1310524032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1626856576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1364816878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1829919056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2663873079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634904574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516832667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3731183135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3653675711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675486082"/>
                    </a:ext>
                  </a:extLst>
                </a:gridCol>
                <a:gridCol w="565638">
                  <a:extLst>
                    <a:ext uri="{9D8B030D-6E8A-4147-A177-3AD203B41FA5}">
                      <a16:colId xmlns:a16="http://schemas.microsoft.com/office/drawing/2014/main" val="2687910827"/>
                    </a:ext>
                  </a:extLst>
                </a:gridCol>
              </a:tblGrid>
              <a:tr h="280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105320"/>
                  </a:ext>
                </a:extLst>
              </a:tr>
              <a:tr h="280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519977"/>
                  </a:ext>
                </a:extLst>
              </a:tr>
              <a:tr h="280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017422"/>
                  </a:ext>
                </a:extLst>
              </a:tr>
              <a:tr h="2801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59869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DB0B03-56E4-C4E8-170B-9AB71451CE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97" r="1893" b="-1"/>
          <a:stretch/>
        </p:blipFill>
        <p:spPr>
          <a:xfrm>
            <a:off x="2970995" y="5067301"/>
            <a:ext cx="1531154" cy="112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40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DCA8A-7440-F1F9-A10B-5E720288A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150470"/>
            <a:ext cx="7801545" cy="468274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0E684A-8E0D-611F-068F-EE953A739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450445"/>
              </p:ext>
            </p:extLst>
          </p:nvPr>
        </p:nvGraphicFramePr>
        <p:xfrm>
          <a:off x="4559300" y="4915583"/>
          <a:ext cx="6995326" cy="1197436"/>
        </p:xfrm>
        <a:graphic>
          <a:graphicData uri="http://schemas.openxmlformats.org/drawingml/2006/table">
            <a:tbl>
              <a:tblPr/>
              <a:tblGrid>
                <a:gridCol w="538102">
                  <a:extLst>
                    <a:ext uri="{9D8B030D-6E8A-4147-A177-3AD203B41FA5}">
                      <a16:colId xmlns:a16="http://schemas.microsoft.com/office/drawing/2014/main" val="322232762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2932534356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377862738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1024289014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1832089210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1028186571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2717301885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2550100211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1400669072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3993132305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1013062589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164749948"/>
                    </a:ext>
                  </a:extLst>
                </a:gridCol>
                <a:gridCol w="538102">
                  <a:extLst>
                    <a:ext uri="{9D8B030D-6E8A-4147-A177-3AD203B41FA5}">
                      <a16:colId xmlns:a16="http://schemas.microsoft.com/office/drawing/2014/main" val="2860700923"/>
                    </a:ext>
                  </a:extLst>
                </a:gridCol>
              </a:tblGrid>
              <a:tr h="3063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231859"/>
                  </a:ext>
                </a:extLst>
              </a:tr>
              <a:tr h="297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20888"/>
                  </a:ext>
                </a:extLst>
              </a:tr>
              <a:tr h="297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902482"/>
                  </a:ext>
                </a:extLst>
              </a:tr>
              <a:tr h="2970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6504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66DECF3-2474-4350-6D59-61725E80E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97" r="1893" b="-1"/>
          <a:stretch/>
        </p:blipFill>
        <p:spPr>
          <a:xfrm>
            <a:off x="2825516" y="4909233"/>
            <a:ext cx="1644883" cy="120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18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416</Words>
  <Application>Microsoft Office PowerPoint</Application>
  <PresentationFormat>Widescreen</PresentationFormat>
  <Paragraphs>416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Men, Lu</dc:creator>
  <cp:lastModifiedBy>Men, Lu</cp:lastModifiedBy>
  <cp:revision>2</cp:revision>
  <dcterms:created xsi:type="dcterms:W3CDTF">2024-08-26T16:43:42Z</dcterms:created>
  <dcterms:modified xsi:type="dcterms:W3CDTF">2024-10-25T19:01:41Z</dcterms:modified>
</cp:coreProperties>
</file>